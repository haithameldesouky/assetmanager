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3" r:id="rId14"/>
    <p:sldId id="265" r:id="rId16"/>
    <p:sldId id="266" r:id="rId17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731520"/>
            <a:ext cx="3840480" cy="3657600"/>
          </a:xfrm>
          <a:prstGeom prst="roundRect">
            <a:avLst/>
          </a:prstGeom>
          <a:solidFill>
            <a:srgbClr val="18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1280160"/>
            <a:ext cx="2743200" cy="2560320"/>
          </a:xfrm>
          <a:prstGeom prst="roundRect">
            <a:avLst/>
          </a:prstGeom>
          <a:solidFill>
            <a:srgbClr val="0F2A45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66928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AssetManager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566928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2200" b="0" i="0">
                <a:solidFill>
                  <a:srgbClr val="A8C8E8"/>
                </a:solidFill>
                <a:latin typeface="Calibri"/>
              </a:rPr>
              <a:t>IT Department —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66928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0" i="1">
                <a:solidFill>
                  <a:srgbClr val="7BA8C8"/>
                </a:solidFill>
                <a:latin typeface="Calibri"/>
              </a:rPr>
              <a:t>Built to track every asset, every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7872"/>
            <a:ext cx="20116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4663440"/>
            <a:ext cx="11887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7BA8C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Before AssetManager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393192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1" i="0">
                <a:solidFill>
                  <a:srgbClr val="0078D4"/>
                </a:solidFill>
                <a:latin typeface="Calibri"/>
              </a:rPr>
              <a:t>The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444752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99616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499616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central record of who has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21945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49424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Assets lost between check-in and check-out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52927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94436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9232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confirmation from engineers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0936" y="36941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reports or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960120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033272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18488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Centralized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258568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331720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16935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Tracking Method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3557015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630168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No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15383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Asset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Three Apps. One System.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362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6362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432304"/>
            <a:ext cx="2304288" cy="10515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Flask + SQLite, Windows Service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9826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Storekeeper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432304"/>
            <a:ext cx="2304288" cy="10515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Log assets in &amp; out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32903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Notifier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32304"/>
            <a:ext cx="2304288" cy="10515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Confirm / reject via popup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pic>
        <p:nvPicPr>
          <p:cNvPr id="19" name="Picture 18" descr="01_serv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857500"/>
            <a:ext cx="1463040" cy="1783080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  <p:pic>
        <p:nvPicPr>
          <p:cNvPr id="20" name="Picture 19" descr="04_storekeeper_form_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8436" y="2944368"/>
            <a:ext cx="2331720" cy="1609344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6" y="3172968"/>
            <a:ext cx="2331720" cy="1152144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4148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4148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Storekeeper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Scans asset,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selects engineer,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submits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5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4700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Server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Transaction saved,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duplicate check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64024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45251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5251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Engineer Notified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Popup appears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on engineer's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75804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5804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Confirmed/Rejected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Status updated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in real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Type In. Auto-Fill 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31920" cy="352044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000" b="1" i="0">
                <a:solidFill>
                  <a:srgbClr val="0078D4"/>
                </a:solidFill>
                <a:latin typeface="Calibri"/>
              </a:rPr>
              <a:t>Just 1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356616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Enter the Asset No. or Serial 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56616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Type &amp; Model auto-fill — then lock.</a:t>
            </a:r>
          </a:p>
        </p:txBody>
      </p:sp>
      <p:pic>
        <p:nvPicPr>
          <p:cNvPr id="19" name="Picture 18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88720"/>
            <a:ext cx="4206240" cy="289864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No More Double-Dipping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77640" cy="338328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" y="1188720"/>
            <a:ext cx="36576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900" b="1" i="0">
                <a:solidFill>
                  <a:srgbClr val="1A1A2E"/>
                </a:solidFill>
                <a:latin typeface="Calibri"/>
              </a:rPr>
              <a:t>Asset already pending?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94460" y="1645920"/>
            <a:ext cx="2194560" cy="7772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94460" y="1645920"/>
            <a:ext cx="2194560" cy="7772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409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" y="2560320"/>
            <a:ext cx="3657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The server blocks re-submission until the first</a:t>
            </a:r>
          </a:p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transaction is confirmed or rejected.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246120"/>
            <a:ext cx="3108960" cy="45720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246120"/>
            <a:ext cx="292608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Confirm → can re-submit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794760"/>
            <a:ext cx="3108960" cy="45720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292608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Reject → can re-submit</a:t>
            </a:r>
          </a:p>
        </p:txBody>
      </p:sp>
      <p:pic>
        <p:nvPicPr>
          <p:cNvPr id="13" name="Picture 12" descr="03_storekeep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325880"/>
            <a:ext cx="4206240" cy="289864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Export That Actually Looks Good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801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7101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Transaction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Full history, color-coded by status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(green / orange / 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0040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19125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5409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Summary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9300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Status breakdown, per-engineer counts,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3 auto-generated charts</a:t>
            </a:r>
          </a:p>
        </p:txBody>
      </p:sp>
      <p:pic>
        <p:nvPicPr>
          <p:cNvPr id="21" name="Picture 20" descr="06_storekeeper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2456"/>
            <a:ext cx="4297680" cy="2962656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Key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5948203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819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819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22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Auto-Fill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22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Type asset or serial,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type &amp; model fill in.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890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0417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417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920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Duplicate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920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Server blocks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re-submission (409).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015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015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518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Excel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518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Color-coded history,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summary + charts.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086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5613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613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116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Admin &amp;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16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Password, port, SSL,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clear records.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Logging an Asset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109728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09728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2070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Open app — set Out / In Store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92024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9202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032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Enter Asset No. or Serial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74320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74320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8534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Type &amp; Model auto-fill; pick engineer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356616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356616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6762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Submit — engineer notified instantly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3752" y="1517904"/>
            <a:ext cx="4151376" cy="2935224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/>
            </a:r>
          </a:p>
        </p:txBody>
      </p:sp>
      <p:pic>
        <p:nvPicPr>
          <p:cNvPr id="27" name="Picture 26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27632"/>
            <a:ext cx="3931920" cy="271594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Engineer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137160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7160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48132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Runs quietly in the system tray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233172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233172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4414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Popup appears automatically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329184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32918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40156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Confirm or Reject — updates live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/>
            </a:r>
          </a:p>
        </p:txBody>
      </p:sp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002536"/>
            <a:ext cx="3931920" cy="193852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Keeping the Lookup Up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9844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80160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Edit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Open asset_lookup.xlsx on asset-server.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Add/edit rows. 4 columns: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Asset Number, Serial Number, Type,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62656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369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218688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72384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Instant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11296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Changes are live immediately.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1024128"/>
            <a:ext cx="804672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1024128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Asset 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2704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Serial No.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024128"/>
            <a:ext cx="138988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1024128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8032" y="1408176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1408176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32704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SN-4829A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Laptop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1408176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1408176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Dell 5530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2" y="1792224"/>
            <a:ext cx="804672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4608" y="1792224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2013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32704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SN-7731B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3952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Monitor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792224"/>
            <a:ext cx="138988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1792224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LG 24MK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2176272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64608" y="2176272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3305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32704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SN-1102C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Cisco Phone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176272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51775" y="2176272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CP-8851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731520"/>
            <a:ext cx="4114800" cy="4114800"/>
          </a:xfrm>
          <a:prstGeom prst="ellipse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44368"/>
            <a:ext cx="731520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800" b="0" i="0">
                <a:solidFill>
                  <a:srgbClr val="A8C8E8"/>
                </a:solidFill>
                <a:latin typeface="Calibri"/>
              </a:rPr>
              <a:t>AssetManager — IT Department,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Built with Python · Flask · SQLite · Tkinter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
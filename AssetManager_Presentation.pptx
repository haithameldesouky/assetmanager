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as Windows Service on the server computer.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3520440"/>
            <a:ext cx="950976" cy="116128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048" y="3520440"/>
            <a:ext cx="1682496" cy="116128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561588"/>
            <a:ext cx="2194560" cy="1079112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Just 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the Asset No. or Serial 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&amp; Model auto-fill — then lock.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8872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7764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" y="11887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94460" y="1645920"/>
            <a:ext cx="2194560" cy="7772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94460" y="1645920"/>
            <a:ext cx="2194560" cy="7772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" y="2560320"/>
            <a:ext cx="3657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24612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79476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32588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2456"/>
            <a:ext cx="4297680" cy="2962656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8081.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10972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0972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2070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app — set Out / In Store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92024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9202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032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No. or Serial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74320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74320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853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&amp; Model auto-fill; pick engineer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356616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356616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6762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Submit — engineer notified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3752" y="1517904"/>
            <a:ext cx="4151376" cy="2935224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27632"/>
            <a:ext cx="3931920" cy="27159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137160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7160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48132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Runs quietly in the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23317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23317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4414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329184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32918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40156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Confirm or Reject — updates live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002536"/>
            <a:ext cx="3931920" cy="193852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
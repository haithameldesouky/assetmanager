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API + SQLite DB.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Runs as Windows Service on the server computer.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GUI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Storekeeper User.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and out.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Lookup, history, bulk scan,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engineers.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Receives transaction alerts.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or reject in one click.</a:t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748790"/>
            <a:ext cx="2377440" cy="2897824"/>
          </a:xfrm>
          <a:prstGeom prst="rect">
            <a:avLst/>
          </a:prstGeom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950000"/>
            <a:ext cx="3800000" cy="2621000"/>
          </a:xfrm>
          <a:prstGeom prst="rect">
            <a:avLst/>
          </a:prstGeom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188970"/>
            <a:ext cx="2468880" cy="12139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asset number or serial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AND Model fill in automatically and 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51560"/>
            <a:ext cx="3931920" cy="2788920"/>
          </a:xfrm>
          <a:prstGeom prst="roundRect">
            <a:avLst/>
          </a:prstGeom>
          <a:solidFill>
            <a:srgbClr val="F1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261872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Asset Number: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6048" y="1618488"/>
            <a:ext cx="3566160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61848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029968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Type: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2359152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65776" y="2359152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Laptop  (auto)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8" y="2779776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Model: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3127248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312724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Dell Latitude 5530  (auto)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977639"/>
            <a:ext cx="39319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Powered by asset_lookup.xlsx — editable anytime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50000"/>
            <a:ext cx="3800000" cy="2621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051560"/>
            <a:ext cx="585216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07008"/>
            <a:ext cx="54864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755648"/>
            <a:ext cx="2194560" cy="9144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55648"/>
            <a:ext cx="21945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16352"/>
            <a:ext cx="54864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50000"/>
            <a:ext cx="3800000" cy="2621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1024128"/>
            <a:ext cx="3858768" cy="373075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20700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Charts included: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719072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Status bar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Per-engineer bar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7004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In vs Out pie chart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218688"/>
            <a:ext cx="3474720" cy="2743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337560"/>
            <a:ext cx="347472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Includes the new Model column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50000"/>
            <a:ext cx="3800000" cy="2621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Admin Has Full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SHA-256 protected.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Update anytime from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the server GUI.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Host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Move to any port.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Default is 8081. Saved to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config, applied on restart.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Update Lookup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Edit asset_lookup.xlsx directly.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Changes apply immediately,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Clear All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Delete all records from the database.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password + confirmation required.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Asset Model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Stored, displayed, exported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109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Duplicate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409 blocks re-submission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Better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3 charts in Summary sheet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109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09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Change host/port via GUI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 New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Cisco Phone, Printer, Scanner, Switch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Windows 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Starts at boot. No login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SSL Certificate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HTTPS encryption on port 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Clear All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Admin-protected database wipe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6130000"/>
            <a:ext cx="8138160" cy="500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7512" y="6312656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6303512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🖥️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6155440"/>
            <a:ext cx="71487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System Tray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4440" y="6400000"/>
            <a:ext cx="7148760" cy="2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Server minimises to tray — click X to hide, right-click to show or exit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326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326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424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Storekeeper App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472184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472184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58191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direction: Out Store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0116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121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Number or Serial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55117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5117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66090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+ Model auto-fill → locked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090672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90672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0040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engineer from dropdown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" y="363016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63016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989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Submit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416966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416966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27939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Engineer receives notification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50000"/>
            <a:ext cx="3800000" cy="2621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87551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87551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9728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Launch NotifierApp.exe -- runs in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6459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556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3042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3042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4140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Shows: Type, Model, Asset No., Direction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9626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9626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7238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Confirm or Reject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62102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2102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730751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Status updates in real time for storekeeper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024128"/>
            <a:ext cx="3566160" cy="175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
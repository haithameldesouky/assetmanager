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0" y="731520"/>
            <a:ext cx="3840480" cy="3657600"/>
          </a:xfrm>
          <a:prstGeom prst="roundRect">
            <a:avLst/>
          </a:prstGeom>
          <a:solidFill>
            <a:srgbClr val="18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1280160"/>
            <a:ext cx="2743200" cy="2560320"/>
          </a:xfrm>
          <a:prstGeom prst="roundRect">
            <a:avLst/>
          </a:prstGeom>
          <a:solidFill>
            <a:srgbClr val="0F2A45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66928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AssetManager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566928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2200" b="0" i="0">
                <a:solidFill>
                  <a:srgbClr val="A8C8E8"/>
                </a:solidFill>
                <a:latin typeface="Calibri"/>
              </a:rPr>
              <a:t>IT Department —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66928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0" i="1">
                <a:solidFill>
                  <a:srgbClr val="7BA8C8"/>
                </a:solidFill>
                <a:latin typeface="Calibri"/>
              </a:rPr>
              <a:t>Built to track every asset, every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547872"/>
            <a:ext cx="20116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4663440"/>
            <a:ext cx="11887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7BA8C8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Before AssetManager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393192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1" i="0">
                <a:solidFill>
                  <a:srgbClr val="0078D4"/>
                </a:solidFill>
                <a:latin typeface="Calibri"/>
              </a:rPr>
              <a:t>The Pain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444752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499616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499616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central record of who has what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21945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249424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Assets lost between check-in and check-out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52927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94436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99232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confirmation from engineers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02736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0936" y="36941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3749039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reports or history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960120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033272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618488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Centralized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2258568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331720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Manual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2916935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Tracking Method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3557015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3630168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No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215383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Asset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Three Apps. One System.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6362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6362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🖥️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Flask API + SQLite DB.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Runs on asset-server.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GUI included.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9826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Storekeeper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Storekeeper User.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Log assets in and out.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Lookup, history, bulk scan, export.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32903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Notifier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engineers.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Receives transaction alerts.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Confirm or reject in one click.</a:t>
            </a:r>
          </a:p>
        </p:txBody>
      </p:sp>
      <p:pic>
        <p:nvPicPr>
          <p:cNvPr id="19" name="Picture 18" descr="01_serv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748790"/>
            <a:ext cx="2377440" cy="2897824"/>
          </a:xfrm>
          <a:prstGeom prst="rect">
            <a:avLst/>
          </a:prstGeom>
        </p:spPr>
      </p:pic>
      <p:pic>
        <p:nvPicPr>
          <p:cNvPr id="20" name="Picture 19" descr="04_storekeeper_form_fi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543050"/>
            <a:ext cx="6400800" cy="4412808"/>
          </a:xfrm>
          <a:prstGeom prst="rect">
            <a:avLst/>
          </a:prstGeom>
        </p:spPr>
      </p:pic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188970"/>
            <a:ext cx="2468880" cy="12139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The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4148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4148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Storekeeper 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Scans asset,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selects engineer,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submits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015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33472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14700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4700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Server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Transaction saved,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duplicate check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64024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45251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5251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Engineer Notified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Popup appears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on engineer's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984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75804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75804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Confirmed/Rejected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Status updated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in real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Type In. Auto-Fill Out.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931920" cy="352044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000" b="1" i="0">
                <a:solidFill>
                  <a:srgbClr val="0078D4"/>
                </a:solidFill>
                <a:latin typeface="Calibri"/>
              </a:rPr>
              <a:t>1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356616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Enter asset number or serial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56616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1" i="0">
                <a:solidFill>
                  <a:srgbClr val="1A1A2E"/>
                </a:solidFill>
                <a:latin typeface="Calibri"/>
              </a:rPr>
              <a:t>Type AND Model fill in automatically and 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51560"/>
            <a:ext cx="3931920" cy="2788920"/>
          </a:xfrm>
          <a:prstGeom prst="roundRect">
            <a:avLst/>
          </a:prstGeom>
          <a:solidFill>
            <a:srgbClr val="F1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6048" y="1261872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Asset Number: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56048" y="1618488"/>
            <a:ext cx="3566160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65776" y="1618488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1042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2029968"/>
            <a:ext cx="3566160" cy="29260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Type: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2359152"/>
            <a:ext cx="3566160" cy="34747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65776" y="2359152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6A34A"/>
                </a:solidFill>
                <a:latin typeface="Segoe UI Emoji"/>
              </a:rPr>
              <a:t>✅  Laptop  (auto)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6048" y="2779776"/>
            <a:ext cx="3566160" cy="29260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Model: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6048" y="3127248"/>
            <a:ext cx="3566160" cy="34747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3127248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6A34A"/>
                </a:solidFill>
                <a:latin typeface="Segoe UI Emoji"/>
              </a:rPr>
              <a:t>✅  Dell Latitude 5530  (auto)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977639"/>
            <a:ext cx="39319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Powered by asset_lookup.xlsx — editable anytime</a:t>
            </a:r>
          </a:p>
        </p:txBody>
      </p:sp>
      <p:pic>
        <p:nvPicPr>
          <p:cNvPr id="19" name="Picture 18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8745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No More Double-Dipping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051560"/>
            <a:ext cx="5852160" cy="338328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207008"/>
            <a:ext cx="54864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900" b="1" i="0">
                <a:solidFill>
                  <a:srgbClr val="1A1A2E"/>
                </a:solidFill>
                <a:latin typeface="Calibri"/>
              </a:rPr>
              <a:t>Asset already pending?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755648"/>
            <a:ext cx="2194560" cy="9144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755648"/>
            <a:ext cx="219456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409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816352"/>
            <a:ext cx="54864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The server blocks re-submission until the first</a:t>
            </a:r>
          </a:p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transaction is confirmed or rejected.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3520440"/>
            <a:ext cx="2743200" cy="59436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3520440"/>
            <a:ext cx="256032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Confirm → can re-submit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3520440"/>
            <a:ext cx="2743200" cy="59436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3520440"/>
            <a:ext cx="256032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Reject → can re-submit</a:t>
            </a:r>
          </a:p>
        </p:txBody>
      </p:sp>
      <p:pic>
        <p:nvPicPr>
          <p:cNvPr id="13" name="Picture 12" descr="03_storekeep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8745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Export That Actually Looks Good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801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7101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Transaction Sheet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Full history, color-coded by status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(green / orange / 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4436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0040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19125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5409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Summary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9300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Status breakdown, per-engineer counts,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3 auto-generated charts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8032" y="1024128"/>
            <a:ext cx="3858768" cy="373075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207008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Charts included: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719072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Status bar chart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94560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Per-engineer bar chart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70048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In vs Out pie chart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3218688"/>
            <a:ext cx="3474720" cy="2743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3337560"/>
            <a:ext cx="347472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Includes the new Model column</a:t>
            </a:r>
          </a:p>
        </p:txBody>
      </p:sp>
      <p:pic>
        <p:nvPicPr>
          <p:cNvPr id="21" name="Picture 20" descr="06_storekeeper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8745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Admin Has Full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5948203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7819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819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22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Password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22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SHA-256 protected.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Update anytime from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the server GUI.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890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0417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417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920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Host / 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920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Move to any port.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Default is 80. Saved to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config, applied on restart.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015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015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518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Update Lookup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518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Edit asset_lookup.xlsx directly.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Changes apply immediately,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086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5613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613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116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Clear All Records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116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Delete all records from the database.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password + confirmation required.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What's New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1E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67512" y="1353312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4416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097280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Asset Model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08760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Stored, displayed, exported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005840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10912" y="1353312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10912" y="134416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097280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Duplicate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508760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409 blocks re-submission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304288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651760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64261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395728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Better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807208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3 charts in Summary sheet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2304288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10912" y="2651760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10912" y="264261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395728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Port Config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2807208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Change host/port via GUI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602736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3950207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3941063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694176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4 New Types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105656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Cisco Phone, Printer, Scanner, Switch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3602736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10912" y="3950207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3941063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3694176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Port 8081 Default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4105656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Default port for the internal network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01184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5248655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5239511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992624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SSL Certificate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5404104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HTTPS encryption on port 8081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4901184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10912" y="5248655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5239511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4992624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Clear All Records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404104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Admin-protected database wipe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6130000"/>
            <a:ext cx="8138160" cy="500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7512" y="6312656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6303512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🖥️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34440" y="6155440"/>
            <a:ext cx="71487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System Tray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34440" y="6400000"/>
            <a:ext cx="7148760" cy="2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Server minimises to tray — click X to hide, right-click to show or exit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Logging an Asset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93268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93268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04241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Open Storekeeper App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472184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472184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581912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Select direction: Out Store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01168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01168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12140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Enter Asset Number or Serial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255117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55117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660904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Type + Model auto-fill → locked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" y="3090672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090672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200400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Select engineer from dropdown</a:t>
            </a:r>
          </a:p>
        </p:txBody>
      </p:sp>
      <p:sp>
        <p:nvSpPr>
          <p:cNvPr id="19" name="Oval 18"/>
          <p:cNvSpPr/>
          <p:nvPr/>
        </p:nvSpPr>
        <p:spPr>
          <a:xfrm>
            <a:off x="630936" y="363016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63016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73989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Click Submit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4169663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4169663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279392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Engineer receives notification instantly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74920" y="1024128"/>
            <a:ext cx="3566160" cy="3767328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>[ Demo / Screenshot here ]</a:t>
            </a:r>
          </a:p>
        </p:txBody>
      </p:sp>
      <p:pic>
        <p:nvPicPr>
          <p:cNvPr id="27" name="Picture 26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1570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Engineer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987551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987551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097280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Launch NotifierApp.exe -- runs in system tray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64592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64592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75564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Popup appears automatically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30428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30428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41401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Shows: Type, Model, Asset No., Direction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29626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9626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072384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Click Confirm or Reject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" y="3621023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621023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730751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Status updates in real time for storekeeper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1024128"/>
            <a:ext cx="3566160" cy="3767328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>[ Demo / Screenshot here ]</a:t>
            </a:r>
          </a:p>
        </p:txBody>
      </p:sp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388745"/>
            <a:ext cx="4023360" cy="19782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Keeping the Lookup Up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9844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80160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Edit Directly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Open asset_lookup.xlsx on asset-server.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Add/edit rows. 4 columns: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Asset Number, Serial Number, Type,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62656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369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218688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72384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Instant 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511296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Changes are live immediately.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1024128"/>
            <a:ext cx="804672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1024128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Asset No.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32704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Serial No.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024128"/>
            <a:ext cx="138988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1024128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28032" y="1408176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4608" y="1408176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32704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SN-4829A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Laptop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1408176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5" y="1408176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Dell 5530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28032" y="1792224"/>
            <a:ext cx="804672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64608" y="1792224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2013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32704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SN-7731B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73952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Monitor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1792224"/>
            <a:ext cx="138988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51775" y="1792224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LG 24MK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28032" y="2176272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64608" y="2176272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3305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32704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SN-1102C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73952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0528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Cisco Phone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2176272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51775" y="2176272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CP-8851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731520"/>
            <a:ext cx="4114800" cy="4114800"/>
          </a:xfrm>
          <a:prstGeom prst="ellipse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743200"/>
            <a:ext cx="274320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44368"/>
            <a:ext cx="731520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800" b="0" i="0">
                <a:solidFill>
                  <a:srgbClr val="A8C8E8"/>
                </a:solidFill>
                <a:latin typeface="Calibri"/>
              </a:rPr>
              <a:t>AssetManager — IT Department,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Built with Python · Flask · SQLite · Tkinter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